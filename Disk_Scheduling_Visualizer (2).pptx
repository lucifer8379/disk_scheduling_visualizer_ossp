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movement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FCFS</c:v>
                  </c:pt>
                  <c:pt idx="1">
                    <c:v>SSTF</c:v>
                  </c:pt>
                  <c:pt idx="2">
                    <c:v>SCAN</c:v>
                  </c:pt>
                  <c:pt idx="3">
                    <c:v>C-SCAN</c:v>
                  </c:pt>
                  <c:pt idx="4">
                    <c:v>LOOK</c:v>
                  </c:pt>
                  <c:pt idx="5">
                    <c:v>C-LOOK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640</c:v>
                </c:pt>
                <c:pt idx="1">
                  <c:v>236</c:v>
                </c:pt>
                <c:pt idx="2">
                  <c:v>331</c:v>
                </c:pt>
                <c:pt idx="3">
                  <c:v>382</c:v>
                </c:pt>
                <c:pt idx="4">
                  <c:v>299</c:v>
                </c:pt>
                <c:pt idx="5">
                  <c:v>322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1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browser-based tool that animates how the disk head moves under six scheduling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Scheduling Algorithm Visualizer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simulator for FCFS, SSTF, SCAN, C-SCAN, LOOK and C-LOOK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Project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7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Niharika (2520030589)  |  Shravya (2520030588)  |  Satish (2520030302)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disk services many I/O requests, but the read/write head can only be in one cylinder at a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time dominates disk access cost, so the order in which requests are served matters.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diagrams of FCFS, SSTF, SCAN and others are static and hard to compare.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working visualizer that shows each algorithm step by step and measures total head movement.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scope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840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64008" cy="3108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6002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six scheduling algorithms correctly.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the head path on a cylinder chart.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total movement, average seek and requests served.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algorithms on the same input.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3840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43000"/>
            <a:ext cx="64008" cy="3108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002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only: runs fully in the browser.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touches real disks or system processes.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request queue, head position, disk size, direction.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or dependencies.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implemented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7472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 in arrival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Fair, but long seeks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request next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movement; can starve far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to disk end, then reverse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Fairer; travels to the 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one way, jump back, sweep again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wait times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SCAN, reverses at last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wasted movement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C-LOOK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C-SCAN, jumps from last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and uniform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64008" cy="1920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panel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1168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head, disk size, algorithm, direction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331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33472" y="155448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1554480"/>
            <a:ext cx="64008" cy="1920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62072" y="1645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862072" y="201168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path(algorithm, params) returns visiting order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2331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18304" y="155448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554480"/>
            <a:ext cx="64008" cy="1920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46904" y="1645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946904" y="201168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total(): sum of |a - b| along the path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92824" y="2331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803136" y="155448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1554480"/>
            <a:ext cx="64008" cy="1920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31736" y="1645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31736" y="201168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chart, stats and comparison table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app: all logic runs client-side, and the algorithm code is a pure function so it can be tested independently.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path(): splits requests into those above and below the head, sorted, then builds each algorithm's visiting order.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SSTF repeatedly picks the closest pending request to the current head.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and C-SCAN add the disk edges (0 and N-1); LOOK and C-LOOK stop at the last request.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draw(): renders the path as an SVG polyline, cylinder on x, time on y; run() animates one step per tick.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compare(): runs all six algorithms on the same input and highlights the minimum total.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64008" cy="1554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 and controls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143000"/>
            <a:ext cx="64008" cy="1554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grid, light and dark theme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143000"/>
            <a:ext cx="64008" cy="15544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animation, DOM updates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926080"/>
            <a:ext cx="64008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Head-movement chart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337560" y="29260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2926080"/>
            <a:ext cx="64008" cy="1371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6616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(tests/test.js)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2926080"/>
            <a:ext cx="64008" cy="13716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hosting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validation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example: queue 98, 183, 37, 122, 14, 124, 65, 67; head 53; disk 0-199; direction up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C-LOOK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417320"/>
            <a:ext cx="3017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77840" y="1417320"/>
            <a:ext cx="64008" cy="2560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0644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187452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queue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request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requests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at 0 or N-1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values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set to down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total head movement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0058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188720"/>
            <a:ext cx="2468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0" y="1188720"/>
            <a:ext cx="64008" cy="2926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1280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164592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SSTF is lowest (236) but can starve far requests.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beats SCAN by skipping the unused edge.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is highest at 640.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C-SCAN counts the 199-cylinder return jump.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plan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and run the classic example with SCAN.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Run animation and explain each step on the chart.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SSTF and FCFS; compare totals in the table.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direction to down and show how SCAN, LOOK and C-LOOK change.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random queue and an invalid input.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limitations and future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514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64008" cy="3108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234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60020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hard-to-picture OS topic visual.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students compare algorithms on their own data.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setup, works offline.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514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143000"/>
            <a:ext cx="64008" cy="31089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234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60020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seek distance only.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rotational latency and arrival times.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requests are assumed present at the start.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43000"/>
            <a:ext cx="64008" cy="3108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6002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N-Step SCAN and FSCAN.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dynamic request arrival.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results as CSV or image.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step-back controls.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 and Q&amp;A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64008" cy="1371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logic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600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FCFS, SSTF, SCAN family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add name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43000"/>
            <a:ext cx="64008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00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chart and animation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add name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97480"/>
            <a:ext cx="64008" cy="1371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and validation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154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theme, layout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add name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26974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697480"/>
            <a:ext cx="64008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docs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154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suite, README, report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add name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Disk Scheduling Algorithm Visualizer</dc:title>
  <dc:subject>PptxGenJS Presentation</dc:subject>
  <dc:creator>PptxGenJS</dc:creator>
  <cp:lastModifiedBy>PptxGenJS</cp:lastModifiedBy>
  <cp:revision>1</cp:revision>
  <dcterms:created xsi:type="dcterms:W3CDTF">2026-10-16T16:07:25Z</dcterms:created>
  <dcterms:modified xsi:type="dcterms:W3CDTF">2026-10-16T16:07:25Z</dcterms:modified>
</cp:coreProperties>
</file>